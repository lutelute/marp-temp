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 rotWithShape="1">
          <a:gsLst>
            <a:gs pos="0">
              <a:srgbClr val="16213E"/>
            </a:gs>
            <a:gs pos="100000">
              <a:srgbClr val="0F3460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algn="ctr">
              <a:defRPr sz="4400" b="1">
                <a:solidFill>
                  <a:srgbClr val="FFFFFF"/>
                </a:solidFill>
                <a:latin typeface="Helvetica Neue"/>
              </a:defRPr>
            </a:pPr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ctr">
              <a:defRPr sz="2200" b="0">
                <a:solidFill>
                  <a:srgbClr val="FFFFFF"/>
                </a:solidFill>
                <a:latin typeface="Helvetica Neue"/>
              </a:defRPr>
            </a:pPr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6213E"/>
                </a:solidFill>
                <a:latin typeface="Helvetica Neue"/>
              </a:defRPr>
            </a:pPr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 sz="2000">
                <a:solidFill>
                  <a:srgbClr val="1A1A2E"/>
                </a:solidFill>
                <a:latin typeface="Helvetica Neue"/>
              </a:defRPr>
            </a:pPr>
            <a:r>
              <a:rPr lang="en-US"/>
              <a:t>Click to edit Master text styles</a:t>
            </a:r>
          </a:p>
          <a:p>
            <a:pPr lvl="1">
              <a:defRPr sz="2000">
                <a:solidFill>
                  <a:srgbClr val="1A1A2E"/>
                </a:solidFill>
                <a:latin typeface="Helvetica Neue"/>
              </a:defRPr>
            </a:pPr>
            <a:r>
              <a:rPr lang="en-US"/>
              <a:t>Second level</a:t>
            </a:r>
          </a:p>
          <a:p>
            <a:pPr lvl="2">
              <a:defRPr sz="2000">
                <a:solidFill>
                  <a:srgbClr val="1A1A2E"/>
                </a:solidFill>
                <a:latin typeface="Helvetica Neue"/>
              </a:defRPr>
            </a:pPr>
            <a:r>
              <a:rPr lang="en-US"/>
              <a:t>Third level</a:t>
            </a:r>
          </a:p>
          <a:p>
            <a:pPr lvl="3">
              <a:defRPr sz="2000">
                <a:solidFill>
                  <a:srgbClr val="1A1A2E"/>
                </a:solidFill>
                <a:latin typeface="Helvetica Neue"/>
              </a:defRPr>
            </a:pPr>
            <a:r>
              <a:rPr lang="en-US"/>
              <a:t>Fourth level</a:t>
            </a:r>
          </a:p>
          <a:p>
            <a:pPr lvl="4">
              <a:defRPr sz="2000">
                <a:solidFill>
                  <a:srgbClr val="1A1A2E"/>
                </a:solidFill>
                <a:latin typeface="Helvetica Neue"/>
              </a:defRPr>
            </a:pPr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pPr algn="ctr">
              <a:defRPr sz="4000" b="1">
                <a:solidFill>
                  <a:srgbClr val="16213E"/>
                </a:solidFill>
                <a:latin typeface="Helvetica Neue"/>
              </a:defRPr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ctr">
              <a:defRPr sz="2200" b="0">
                <a:solidFill>
                  <a:srgbClr val="6C757D"/>
                </a:solidFill>
                <a:latin typeface="Helvetica Neue"/>
              </a:defRPr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6213E"/>
                </a:solidFill>
                <a:latin typeface="Helvetica Neue"/>
              </a:defRPr>
            </a:pPr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>
              <a:defRPr sz="1800">
                <a:solidFill>
                  <a:srgbClr val="1A1A2E"/>
                </a:solidFill>
                <a:latin typeface="Helvetica Neue"/>
              </a:defRPr>
            </a:pPr>
            <a:r>
              <a:rPr lang="en-US"/>
              <a:t>Click to edit Master text styles</a:t>
            </a:r>
          </a:p>
          <a:p>
            <a:pPr lvl="1">
              <a:defRPr sz="1800">
                <a:solidFill>
                  <a:srgbClr val="1A1A2E"/>
                </a:solidFill>
                <a:latin typeface="Helvetica Neue"/>
              </a:defRPr>
            </a:pPr>
            <a:r>
              <a:rPr lang="en-US"/>
              <a:t>Second level</a:t>
            </a:r>
          </a:p>
          <a:p>
            <a:pPr lvl="2">
              <a:defRPr sz="1800">
                <a:solidFill>
                  <a:srgbClr val="1A1A2E"/>
                </a:solidFill>
                <a:latin typeface="Helvetica Neue"/>
              </a:defRPr>
            </a:pPr>
            <a:r>
              <a:rPr lang="en-US"/>
              <a:t>Third level</a:t>
            </a:r>
          </a:p>
          <a:p>
            <a:pPr lvl="3">
              <a:defRPr sz="1800">
                <a:solidFill>
                  <a:srgbClr val="1A1A2E"/>
                </a:solidFill>
                <a:latin typeface="Helvetica Neue"/>
              </a:defRPr>
            </a:pPr>
            <a:r>
              <a:rPr lang="en-US"/>
              <a:t>Fourth level</a:t>
            </a:r>
          </a:p>
          <a:p>
            <a:pPr lvl="4">
              <a:defRPr sz="1800">
                <a:solidFill>
                  <a:srgbClr val="1A1A2E"/>
                </a:solidFill>
                <a:latin typeface="Helvetica Neue"/>
              </a:defRPr>
            </a:pPr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>
              <a:defRPr sz="1800">
                <a:solidFill>
                  <a:srgbClr val="1A1A2E"/>
                </a:solidFill>
                <a:latin typeface="Helvetica Neue"/>
              </a:defRPr>
            </a:pPr>
            <a:r>
              <a:rPr lang="en-US"/>
              <a:t>Click to edit Master text styles</a:t>
            </a:r>
          </a:p>
          <a:p>
            <a:pPr lvl="1">
              <a:defRPr sz="1800">
                <a:solidFill>
                  <a:srgbClr val="1A1A2E"/>
                </a:solidFill>
                <a:latin typeface="Helvetica Neue"/>
              </a:defRPr>
            </a:pPr>
            <a:r>
              <a:rPr lang="en-US"/>
              <a:t>Second level</a:t>
            </a:r>
          </a:p>
          <a:p>
            <a:pPr lvl="2">
              <a:defRPr sz="1800">
                <a:solidFill>
                  <a:srgbClr val="1A1A2E"/>
                </a:solidFill>
                <a:latin typeface="Helvetica Neue"/>
              </a:defRPr>
            </a:pPr>
            <a:r>
              <a:rPr lang="en-US"/>
              <a:t>Third level</a:t>
            </a:r>
          </a:p>
          <a:p>
            <a:pPr lvl="3">
              <a:defRPr sz="1800">
                <a:solidFill>
                  <a:srgbClr val="1A1A2E"/>
                </a:solidFill>
                <a:latin typeface="Helvetica Neue"/>
              </a:defRPr>
            </a:pPr>
            <a:r>
              <a:rPr lang="en-US"/>
              <a:t>Fourth level</a:t>
            </a:r>
          </a:p>
          <a:p>
            <a:pPr lvl="4">
              <a:defRPr sz="1800">
                <a:solidFill>
                  <a:srgbClr val="1A1A2E"/>
                </a:solidFill>
                <a:latin typeface="Helvetica Neue"/>
              </a:defRPr>
            </a:pPr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6213E"/>
                </a:solidFill>
                <a:latin typeface="Helvetica Neue"/>
              </a:defRPr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